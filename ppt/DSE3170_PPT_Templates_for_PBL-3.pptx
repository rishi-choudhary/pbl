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4"/>
  </p:notesMasterIdLst>
  <p:sldIdLst>
    <p:sldId id="789" r:id="rId2"/>
    <p:sldId id="594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9A5BC-7406-4402-B495-A579668D0A41}" v="7" dt="2026-10-01T04:54:25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434" autoAdjust="0"/>
  </p:normalViewPr>
  <p:slideViewPr>
    <p:cSldViewPr>
      <p:cViewPr varScale="1">
        <p:scale>
          <a:sx n="59" d="100"/>
          <a:sy n="59" d="100"/>
        </p:scale>
        <p:origin x="13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4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hishek Dwivedi [MU - Jaipur]" userId="e7733448-a158-4400-89e7-5aafb1667f2c" providerId="ADAL" clId="{9FF6F9B3-D40E-4C77-8D2A-FCA1BFB96762}"/>
    <pc:docChg chg="custSel modSld">
      <pc:chgData name="Dr. Abhishek Dwivedi [MU - Jaipur]" userId="e7733448-a158-4400-89e7-5aafb1667f2c" providerId="ADAL" clId="{9FF6F9B3-D40E-4C77-8D2A-FCA1BFB96762}" dt="2026-10-01T04:54:43.214" v="43" actId="20577"/>
      <pc:docMkLst>
        <pc:docMk/>
      </pc:docMkLst>
      <pc:sldChg chg="modSp mod">
        <pc:chgData name="Dr. Abhishek Dwivedi [MU - Jaipur]" userId="e7733448-a158-4400-89e7-5aafb1667f2c" providerId="ADAL" clId="{9FF6F9B3-D40E-4C77-8D2A-FCA1BFB96762}" dt="2026-10-01T04:54:28.847" v="39" actId="20577"/>
        <pc:sldMkLst>
          <pc:docMk/>
          <pc:sldMk cId="0" sldId="594"/>
        </pc:sldMkLst>
        <pc:graphicFrameChg chg="mod modGraphic">
          <ac:chgData name="Dr. Abhishek Dwivedi [MU - Jaipur]" userId="e7733448-a158-4400-89e7-5aafb1667f2c" providerId="ADAL" clId="{9FF6F9B3-D40E-4C77-8D2A-FCA1BFB96762}" dt="2026-10-01T04:54:28.847" v="39" actId="20577"/>
          <ac:graphicFrameMkLst>
            <pc:docMk/>
            <pc:sldMk cId="0" sldId="594"/>
            <ac:graphicFrameMk id="4194306" creationId="{00000000-0000-0000-0000-000000000000}"/>
          </ac:graphicFrameMkLst>
        </pc:graphicFrameChg>
      </pc:sldChg>
      <pc:sldChg chg="modSp mod">
        <pc:chgData name="Dr. Abhishek Dwivedi [MU - Jaipur]" userId="e7733448-a158-4400-89e7-5aafb1667f2c" providerId="ADAL" clId="{9FF6F9B3-D40E-4C77-8D2A-FCA1BFB96762}" dt="2026-10-01T04:54:43.214" v="43" actId="20577"/>
        <pc:sldMkLst>
          <pc:docMk/>
          <pc:sldMk cId="4053264149" sldId="789"/>
        </pc:sldMkLst>
        <pc:spChg chg="mod">
          <ac:chgData name="Dr. Abhishek Dwivedi [MU - Jaipur]" userId="e7733448-a158-4400-89e7-5aafb1667f2c" providerId="ADAL" clId="{9FF6F9B3-D40E-4C77-8D2A-FCA1BFB96762}" dt="2026-10-01T04:54:43.214" v="43" actId="20577"/>
          <ac:spMkLst>
            <pc:docMk/>
            <pc:sldMk cId="4053264149" sldId="789"/>
            <ac:spMk id="205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B441F-7C4E-40F5-B8EE-5C01A112D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E4CF741-851B-4535-944A-184BDC2D473A}">
      <dgm:prSet custT="1"/>
      <dgm:spPr>
        <a:noFill/>
      </dgm:spPr>
      <dgm:t>
        <a:bodyPr/>
        <a:lstStyle/>
        <a:p>
          <a:pPr algn="ctr" rtl="0"/>
          <a:r>
            <a:rPr lang="en-US" sz="2800" b="1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baseline="0" dirty="0">
            <a:solidFill>
              <a:schemeClr val="tx1"/>
            </a:solidFill>
            <a:latin typeface="Bookman Old Style" pitchFamily="18" charset="0"/>
          </a:endParaRPr>
        </a:p>
      </dgm:t>
    </dgm:pt>
    <dgm:pt modelId="{F73C2E28-79D1-48D5-BE7F-81A0047FDCF4}" type="sibTrans" cxnId="{A82AA898-152E-464A-9E10-89148995BE5A}">
      <dgm:prSet/>
      <dgm:spPr/>
      <dgm:t>
        <a:bodyPr/>
        <a:lstStyle/>
        <a:p>
          <a:endParaRPr lang="en-IN"/>
        </a:p>
      </dgm:t>
    </dgm:pt>
    <dgm:pt modelId="{D9200DE3-2FEB-427E-A51D-FC1D1E071A96}" type="parTrans" cxnId="{A82AA898-152E-464A-9E10-89148995BE5A}">
      <dgm:prSet/>
      <dgm:spPr/>
      <dgm:t>
        <a:bodyPr/>
        <a:lstStyle/>
        <a:p>
          <a:endParaRPr lang="en-IN"/>
        </a:p>
      </dgm:t>
    </dgm:pt>
    <dgm:pt modelId="{5814AFC0-6C0D-4982-AE20-B817E0596BAC}" type="pres">
      <dgm:prSet presAssocID="{FEBB441F-7C4E-40F5-B8EE-5C01A112D928}" presName="linear" presStyleCnt="0">
        <dgm:presLayoutVars>
          <dgm:animLvl val="lvl"/>
          <dgm:resizeHandles val="exact"/>
        </dgm:presLayoutVars>
      </dgm:prSet>
      <dgm:spPr/>
    </dgm:pt>
    <dgm:pt modelId="{BAF222F9-E1E1-4B7E-AEC9-7232D7D2F6C6}" type="pres">
      <dgm:prSet presAssocID="{FE4CF741-851B-4535-944A-184BDC2D473A}" presName="parentText" presStyleLbl="node1" presStyleIdx="0" presStyleCnt="1" custLinFactNeighborX="926" custLinFactNeighborY="-35736">
        <dgm:presLayoutVars>
          <dgm:chMax val="0"/>
          <dgm:bulletEnabled val="1"/>
        </dgm:presLayoutVars>
      </dgm:prSet>
      <dgm:spPr/>
    </dgm:pt>
  </dgm:ptLst>
  <dgm:cxnLst>
    <dgm:cxn modelId="{CB724244-4598-4C8A-9AEA-3E4A14151854}" type="presOf" srcId="{FEBB441F-7C4E-40F5-B8EE-5C01A112D928}" destId="{5814AFC0-6C0D-4982-AE20-B817E0596BAC}" srcOrd="0" destOrd="0" presId="urn:microsoft.com/office/officeart/2005/8/layout/vList2"/>
    <dgm:cxn modelId="{20414771-1D1E-48A1-85AD-4A8003B4C3AD}" type="presOf" srcId="{FE4CF741-851B-4535-944A-184BDC2D473A}" destId="{BAF222F9-E1E1-4B7E-AEC9-7232D7D2F6C6}" srcOrd="0" destOrd="0" presId="urn:microsoft.com/office/officeart/2005/8/layout/vList2"/>
    <dgm:cxn modelId="{A82AA898-152E-464A-9E10-89148995BE5A}" srcId="{FEBB441F-7C4E-40F5-B8EE-5C01A112D928}" destId="{FE4CF741-851B-4535-944A-184BDC2D473A}" srcOrd="0" destOrd="0" parTransId="{D9200DE3-2FEB-427E-A51D-FC1D1E071A96}" sibTransId="{F73C2E28-79D1-48D5-BE7F-81A0047FDCF4}"/>
    <dgm:cxn modelId="{A842C9ED-C36B-446B-A24F-CAF050C15F3C}" type="presParOf" srcId="{5814AFC0-6C0D-4982-AE20-B817E0596BAC}" destId="{BAF222F9-E1E1-4B7E-AEC9-7232D7D2F6C6}" srcOrd="0" destOrd="0" presId="urn:microsoft.com/office/officeart/2005/8/layout/vList2"/>
  </dgm:cxnLst>
  <dgm:bg>
    <a:gradFill>
      <a:gsLst>
        <a:gs pos="0">
          <a:schemeClr val="accent3">
            <a:hueOff val="-3226488"/>
            <a:satOff val="1079"/>
            <a:lumOff val="-4706"/>
            <a:alphaOff val="0"/>
            <a:tint val="50000"/>
            <a:satMod val="300000"/>
          </a:schemeClr>
        </a:gs>
        <a:gs pos="35000">
          <a:schemeClr val="accent3">
            <a:hueOff val="-3226488"/>
            <a:satOff val="1079"/>
            <a:lumOff val="-4706"/>
            <a:alphaOff val="0"/>
            <a:tint val="37000"/>
            <a:satMod val="300000"/>
          </a:schemeClr>
        </a:gs>
        <a:gs pos="100000">
          <a:schemeClr val="accent3">
            <a:hueOff val="-3226488"/>
            <a:satOff val="1079"/>
            <a:lumOff val="-4706"/>
            <a:alphaOff val="0"/>
            <a:tint val="15000"/>
            <a:satMod val="350000"/>
          </a:schemeClr>
        </a:gs>
      </a:gsLst>
      <a:lin ang="16200000" scaled="1"/>
    </a:gra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985BB-D400-4032-9A7F-157B22D00981}" type="doc">
      <dgm:prSet loTypeId="urn:microsoft.com/office/officeart/2005/8/layout/vList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71CDBD18-4118-4431-A6DD-2C46F7E370D6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gm:t>
    </dgm:pt>
    <dgm:pt modelId="{34930CE3-64F8-4911-8AC3-812DB7DECAF5}" type="sib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5AC2A9D6-9D9E-48D6-B15D-E20DBEEDD651}" type="par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EDED98A6-E577-4BF1-B923-07978E24A3BF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0B072-5852-48F9-8360-9940C54E6787}" type="parTrans" cxnId="{4310055D-FFC7-43C0-BDD0-5085E6269E41}">
      <dgm:prSet/>
      <dgm:spPr/>
      <dgm:t>
        <a:bodyPr/>
        <a:lstStyle/>
        <a:p>
          <a:endParaRPr lang="en-US" sz="1600"/>
        </a:p>
      </dgm:t>
    </dgm:pt>
    <dgm:pt modelId="{1606AF16-3E64-476C-B2E3-F6AE84553C0D}" type="sibTrans" cxnId="{4310055D-FFC7-43C0-BDD0-5085E6269E41}">
      <dgm:prSet/>
      <dgm:spPr/>
      <dgm:t>
        <a:bodyPr/>
        <a:lstStyle/>
        <a:p>
          <a:endParaRPr lang="en-US" sz="1600"/>
        </a:p>
      </dgm:t>
    </dgm:pt>
    <dgm:pt modelId="{B708EB2A-160D-4FBF-A431-724EBFFA117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21003-5595-4F99-A74D-E17283E58223}" type="parTrans" cxnId="{5CE8114E-C44D-405F-9FDC-9F2F7990A9EA}">
      <dgm:prSet/>
      <dgm:spPr/>
      <dgm:t>
        <a:bodyPr/>
        <a:lstStyle/>
        <a:p>
          <a:endParaRPr lang="en-US" sz="1600"/>
        </a:p>
      </dgm:t>
    </dgm:pt>
    <dgm:pt modelId="{2B511BF1-E72F-461A-B258-468698CD493B}" type="sibTrans" cxnId="{5CE8114E-C44D-405F-9FDC-9F2F7990A9EA}">
      <dgm:prSet/>
      <dgm:spPr/>
      <dgm:t>
        <a:bodyPr/>
        <a:lstStyle/>
        <a:p>
          <a:endParaRPr lang="en-US" sz="1600"/>
        </a:p>
      </dgm:t>
    </dgm:pt>
    <dgm:pt modelId="{64D03EA2-BA6E-4BAA-A2C1-8E327040F0E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DD5EAD-913C-4ECD-8E28-16357CE10075}" type="parTrans" cxnId="{B6645EA0-60A9-4BDD-BA3A-1F2131D588D2}">
      <dgm:prSet/>
      <dgm:spPr/>
      <dgm:t>
        <a:bodyPr/>
        <a:lstStyle/>
        <a:p>
          <a:endParaRPr lang="en-US" sz="1600"/>
        </a:p>
      </dgm:t>
    </dgm:pt>
    <dgm:pt modelId="{3B84A4A5-6B53-481C-8A55-262095344C5C}" type="sibTrans" cxnId="{B6645EA0-60A9-4BDD-BA3A-1F2131D588D2}">
      <dgm:prSet/>
      <dgm:spPr/>
      <dgm:t>
        <a:bodyPr/>
        <a:lstStyle/>
        <a:p>
          <a:endParaRPr lang="en-US" sz="1600"/>
        </a:p>
      </dgm:t>
    </dgm:pt>
    <dgm:pt modelId="{AA483ED3-D149-463C-ACB7-E064D7D718AC}">
      <dgm:prSet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References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8AEDEE-7CDC-44EB-AE13-8423D25FB422}" type="parTrans" cxnId="{D7DC135A-3878-4C83-8E68-D9B8242A3A82}">
      <dgm:prSet/>
      <dgm:spPr/>
      <dgm:t>
        <a:bodyPr/>
        <a:lstStyle/>
        <a:p>
          <a:endParaRPr lang="en-US" sz="1600"/>
        </a:p>
      </dgm:t>
    </dgm:pt>
    <dgm:pt modelId="{C36D5130-2A76-4235-9A72-47A1DD2E59F2}" type="sibTrans" cxnId="{D7DC135A-3878-4C83-8E68-D9B8242A3A82}">
      <dgm:prSet/>
      <dgm:spPr/>
      <dgm:t>
        <a:bodyPr/>
        <a:lstStyle/>
        <a:p>
          <a:endParaRPr lang="en-US" sz="1600"/>
        </a:p>
      </dgm:t>
    </dgm:pt>
    <dgm:pt modelId="{401969DB-ED9C-4C15-84BE-7C179E21681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F1852-07B4-4E59-975D-9E5854ECC68C}" type="parTrans" cxnId="{FF2ABAA9-3AD4-4F4E-96E4-0C1EDC9F9FE6}">
      <dgm:prSet/>
      <dgm:spPr/>
      <dgm:t>
        <a:bodyPr/>
        <a:lstStyle/>
        <a:p>
          <a:endParaRPr lang="en-US" sz="1600"/>
        </a:p>
      </dgm:t>
    </dgm:pt>
    <dgm:pt modelId="{5D327329-CABE-4E07-808B-AA271E5179B2}" type="sibTrans" cxnId="{FF2ABAA9-3AD4-4F4E-96E4-0C1EDC9F9FE6}">
      <dgm:prSet/>
      <dgm:spPr/>
      <dgm:t>
        <a:bodyPr/>
        <a:lstStyle/>
        <a:p>
          <a:endParaRPr lang="en-US" sz="1600"/>
        </a:p>
      </dgm:t>
    </dgm:pt>
    <dgm:pt modelId="{24A6D890-3CF1-42D4-9BDE-D0818C16299D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gm:t>
    </dgm:pt>
    <dgm:pt modelId="{5EA712B7-C30A-4BBE-85BD-F7ABD2DC517B}" type="parTrans" cxnId="{CC108F6D-090A-4355-9911-A54EC39CF3DB}">
      <dgm:prSet/>
      <dgm:spPr/>
      <dgm:t>
        <a:bodyPr/>
        <a:lstStyle/>
        <a:p>
          <a:endParaRPr lang="en-US" sz="1600"/>
        </a:p>
      </dgm:t>
    </dgm:pt>
    <dgm:pt modelId="{8B60D516-3070-4E0F-8526-1C67C7707C79}" type="sibTrans" cxnId="{CC108F6D-090A-4355-9911-A54EC39CF3DB}">
      <dgm:prSet/>
      <dgm:spPr/>
      <dgm:t>
        <a:bodyPr/>
        <a:lstStyle/>
        <a:p>
          <a:endParaRPr lang="en-US" sz="1600"/>
        </a:p>
      </dgm:t>
    </dgm:pt>
    <dgm:pt modelId="{BE2F195E-2BA7-4462-96C7-2B7232AC5D7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8214F9-7E4A-4662-9CDC-4598C4A4C957}" type="parTrans" cxnId="{CC8D0570-3AD3-4282-84FD-86289F4F0AEF}">
      <dgm:prSet/>
      <dgm:spPr/>
      <dgm:t>
        <a:bodyPr/>
        <a:lstStyle/>
        <a:p>
          <a:endParaRPr lang="en-US" sz="1600"/>
        </a:p>
      </dgm:t>
    </dgm:pt>
    <dgm:pt modelId="{C24995FB-A4C3-4BD0-B83D-B6098D83A9B0}" type="sibTrans" cxnId="{CC8D0570-3AD3-4282-84FD-86289F4F0AEF}">
      <dgm:prSet/>
      <dgm:spPr/>
      <dgm:t>
        <a:bodyPr/>
        <a:lstStyle/>
        <a:p>
          <a:endParaRPr lang="en-US" sz="1600"/>
        </a:p>
      </dgm:t>
    </dgm:pt>
    <dgm:pt modelId="{3D1A6D30-8326-4B6A-A4F0-BBC89CDFB270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gm:t>
    </dgm:pt>
    <dgm:pt modelId="{78CDFF51-FDA3-49AC-87AE-EBF823BB1648}" type="parTrans" cxnId="{D1B8F29D-8B56-46E1-9CC4-BC46DB7BB56C}">
      <dgm:prSet/>
      <dgm:spPr/>
      <dgm:t>
        <a:bodyPr/>
        <a:lstStyle/>
        <a:p>
          <a:endParaRPr lang="en-US"/>
        </a:p>
      </dgm:t>
    </dgm:pt>
    <dgm:pt modelId="{C9230B9F-5B32-4D8C-9386-7373C9BED094}" type="sibTrans" cxnId="{D1B8F29D-8B56-46E1-9CC4-BC46DB7BB56C}">
      <dgm:prSet/>
      <dgm:spPr/>
      <dgm:t>
        <a:bodyPr/>
        <a:lstStyle/>
        <a:p>
          <a:endParaRPr lang="en-US"/>
        </a:p>
      </dgm:t>
    </dgm:pt>
    <dgm:pt modelId="{89026886-4D1C-4099-8C61-0C275DE5616F}">
      <dgm:prSet custT="1"/>
      <dgm:spPr/>
      <dgm:t>
        <a:bodyPr/>
        <a:lstStyle/>
        <a:p>
          <a:pPr rtl="0"/>
          <a:r>
            <a:rPr lang="en-IN" sz="1600" b="0" strike="noStrik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gm:t>
    </dgm:pt>
    <dgm:pt modelId="{63072F07-4E61-495A-AC24-EC8752BD1221}" type="parTrans" cxnId="{B52BC8CF-576A-4312-908F-FD77EC17B00B}">
      <dgm:prSet/>
      <dgm:spPr/>
      <dgm:t>
        <a:bodyPr/>
        <a:lstStyle/>
        <a:p>
          <a:endParaRPr lang="en-IN"/>
        </a:p>
      </dgm:t>
    </dgm:pt>
    <dgm:pt modelId="{06EB6932-0A5F-4F3B-9183-58570BA7E1F7}" type="sibTrans" cxnId="{B52BC8CF-576A-4312-908F-FD77EC17B00B}">
      <dgm:prSet/>
      <dgm:spPr/>
      <dgm:t>
        <a:bodyPr/>
        <a:lstStyle/>
        <a:p>
          <a:endParaRPr lang="en-IN"/>
        </a:p>
      </dgm:t>
    </dgm:pt>
    <dgm:pt modelId="{FA265CEF-E1D3-4F42-BCA9-D740473397B3}" type="pres">
      <dgm:prSet presAssocID="{FA1985BB-D400-4032-9A7F-157B22D00981}" presName="linear" presStyleCnt="0">
        <dgm:presLayoutVars>
          <dgm:animLvl val="lvl"/>
          <dgm:resizeHandles val="exact"/>
        </dgm:presLayoutVars>
      </dgm:prSet>
      <dgm:spPr/>
    </dgm:pt>
    <dgm:pt modelId="{8AF73CB3-664F-4474-81B3-92D97B6E2F23}" type="pres">
      <dgm:prSet presAssocID="{3D1A6D30-8326-4B6A-A4F0-BBC89CDFB27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E33F72A-FE28-4128-826C-9B7F160A7E7E}" type="pres">
      <dgm:prSet presAssocID="{C9230B9F-5B32-4D8C-9386-7373C9BED094}" presName="spacer" presStyleCnt="0"/>
      <dgm:spPr/>
    </dgm:pt>
    <dgm:pt modelId="{0C292BC2-ADFF-490F-A1D6-7FDA3C25D23C}" type="pres">
      <dgm:prSet presAssocID="{71CDBD18-4118-4431-A6DD-2C46F7E370D6}" presName="parentText" presStyleLbl="node1" presStyleIdx="1" presStyleCnt="10" custLinFactNeighborY="-1121">
        <dgm:presLayoutVars>
          <dgm:chMax val="0"/>
          <dgm:bulletEnabled val="1"/>
        </dgm:presLayoutVars>
      </dgm:prSet>
      <dgm:spPr/>
    </dgm:pt>
    <dgm:pt modelId="{9EF7D786-5CE1-44B1-82A6-0A38D8666C77}" type="pres">
      <dgm:prSet presAssocID="{34930CE3-64F8-4911-8AC3-812DB7DECAF5}" presName="spacer" presStyleCnt="0"/>
      <dgm:spPr/>
    </dgm:pt>
    <dgm:pt modelId="{095A8D5B-507B-49DD-9F50-21D5783DA766}" type="pres">
      <dgm:prSet presAssocID="{401969DB-ED9C-4C15-84BE-7C179E21681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B2FE273-2CBC-42D7-8B88-960497F425CD}" type="pres">
      <dgm:prSet presAssocID="{5D327329-CABE-4E07-808B-AA271E5179B2}" presName="spacer" presStyleCnt="0"/>
      <dgm:spPr/>
    </dgm:pt>
    <dgm:pt modelId="{D59183E6-5BCE-4FD7-904C-1F49A18FA90A}" type="pres">
      <dgm:prSet presAssocID="{24A6D890-3CF1-42D4-9BDE-D0818C16299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4FC79289-272C-462F-8407-B03F236808AE}" type="pres">
      <dgm:prSet presAssocID="{8B60D516-3070-4E0F-8526-1C67C7707C79}" presName="spacer" presStyleCnt="0"/>
      <dgm:spPr/>
    </dgm:pt>
    <dgm:pt modelId="{A38FE33E-AAC5-4E0B-8577-5ECAA37FA220}" type="pres">
      <dgm:prSet presAssocID="{EDED98A6-E577-4BF1-B923-07978E24A3B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70457E0-9E15-4145-8AFF-3F0FA33A6D66}" type="pres">
      <dgm:prSet presAssocID="{1606AF16-3E64-476C-B2E3-F6AE84553C0D}" presName="spacer" presStyleCnt="0"/>
      <dgm:spPr/>
    </dgm:pt>
    <dgm:pt modelId="{A96DAACA-F17E-47F0-B672-F8211FEB47AC}" type="pres">
      <dgm:prSet presAssocID="{B708EB2A-160D-4FBF-A431-724EBFFA1170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6B1F05B8-4CD7-4C5E-B083-9DB5BB967236}" type="pres">
      <dgm:prSet presAssocID="{2B511BF1-E72F-461A-B258-468698CD493B}" presName="spacer" presStyleCnt="0"/>
      <dgm:spPr/>
    </dgm:pt>
    <dgm:pt modelId="{6885AA65-2AA3-46B5-A084-7E7DD856A146}" type="pres">
      <dgm:prSet presAssocID="{64D03EA2-BA6E-4BAA-A2C1-8E327040F0EA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A90DDBFD-C452-4908-8B22-E5A28FD4AA10}" type="pres">
      <dgm:prSet presAssocID="{3B84A4A5-6B53-481C-8A55-262095344C5C}" presName="spacer" presStyleCnt="0"/>
      <dgm:spPr/>
    </dgm:pt>
    <dgm:pt modelId="{FA3189F3-6CE2-4CA8-9D73-CCF3A091FC32}" type="pres">
      <dgm:prSet presAssocID="{BE2F195E-2BA7-4462-96C7-2B7232AC5D7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5F77AADB-777B-4D7F-B851-7DE8D4D55FCB}" type="pres">
      <dgm:prSet presAssocID="{C24995FB-A4C3-4BD0-B83D-B6098D83A9B0}" presName="spacer" presStyleCnt="0"/>
      <dgm:spPr/>
    </dgm:pt>
    <dgm:pt modelId="{ACD9FB09-745B-43A9-A14D-18BE8D6CE92F}" type="pres">
      <dgm:prSet presAssocID="{89026886-4D1C-4099-8C61-0C275DE5616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A45AC09-2E0E-40D4-8018-BE6D74560493}" type="pres">
      <dgm:prSet presAssocID="{06EB6932-0A5F-4F3B-9183-58570BA7E1F7}" presName="spacer" presStyleCnt="0"/>
      <dgm:spPr/>
    </dgm:pt>
    <dgm:pt modelId="{1B872D9D-FE3C-49B3-9DAD-AF5052A20FFE}" type="pres">
      <dgm:prSet presAssocID="{AA483ED3-D149-463C-ACB7-E064D7D718A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D46C880B-70F5-4330-81AB-5E9CBC132F0A}" type="presOf" srcId="{401969DB-ED9C-4C15-84BE-7C179E216810}" destId="{095A8D5B-507B-49DD-9F50-21D5783DA766}" srcOrd="0" destOrd="0" presId="urn:microsoft.com/office/officeart/2005/8/layout/vList2"/>
    <dgm:cxn modelId="{0C2E440E-96E8-4EC0-9A36-D2B476C27482}" srcId="{FA1985BB-D400-4032-9A7F-157B22D00981}" destId="{71CDBD18-4118-4431-A6DD-2C46F7E370D6}" srcOrd="1" destOrd="0" parTransId="{5AC2A9D6-9D9E-48D6-B15D-E20DBEEDD651}" sibTransId="{34930CE3-64F8-4911-8AC3-812DB7DECAF5}"/>
    <dgm:cxn modelId="{4310055D-FFC7-43C0-BDD0-5085E6269E41}" srcId="{FA1985BB-D400-4032-9A7F-157B22D00981}" destId="{EDED98A6-E577-4BF1-B923-07978E24A3BF}" srcOrd="4" destOrd="0" parTransId="{42B0B072-5852-48F9-8360-9940C54E6787}" sibTransId="{1606AF16-3E64-476C-B2E3-F6AE84553C0D}"/>
    <dgm:cxn modelId="{BBAB885F-F7EB-45E4-B4BB-B81A402A9794}" type="presOf" srcId="{89026886-4D1C-4099-8C61-0C275DE5616F}" destId="{ACD9FB09-745B-43A9-A14D-18BE8D6CE92F}" srcOrd="0" destOrd="0" presId="urn:microsoft.com/office/officeart/2005/8/layout/vList2"/>
    <dgm:cxn modelId="{2B1A3646-A7D0-4A42-A6AC-74CE580D15B8}" type="presOf" srcId="{EDED98A6-E577-4BF1-B923-07978E24A3BF}" destId="{A38FE33E-AAC5-4E0B-8577-5ECAA37FA220}" srcOrd="0" destOrd="0" presId="urn:microsoft.com/office/officeart/2005/8/layout/vList2"/>
    <dgm:cxn modelId="{CC108F6D-090A-4355-9911-A54EC39CF3DB}" srcId="{FA1985BB-D400-4032-9A7F-157B22D00981}" destId="{24A6D890-3CF1-42D4-9BDE-D0818C16299D}" srcOrd="3" destOrd="0" parTransId="{5EA712B7-C30A-4BBE-85BD-F7ABD2DC517B}" sibTransId="{8B60D516-3070-4E0F-8526-1C67C7707C79}"/>
    <dgm:cxn modelId="{5CE8114E-C44D-405F-9FDC-9F2F7990A9EA}" srcId="{FA1985BB-D400-4032-9A7F-157B22D00981}" destId="{B708EB2A-160D-4FBF-A431-724EBFFA1170}" srcOrd="5" destOrd="0" parTransId="{FF421003-5595-4F99-A74D-E17283E58223}" sibTransId="{2B511BF1-E72F-461A-B258-468698CD493B}"/>
    <dgm:cxn modelId="{CC8D0570-3AD3-4282-84FD-86289F4F0AEF}" srcId="{FA1985BB-D400-4032-9A7F-157B22D00981}" destId="{BE2F195E-2BA7-4462-96C7-2B7232AC5D7A}" srcOrd="7" destOrd="0" parTransId="{E38214F9-7E4A-4662-9CDC-4598C4A4C957}" sibTransId="{C24995FB-A4C3-4BD0-B83D-B6098D83A9B0}"/>
    <dgm:cxn modelId="{85A76B72-0009-4F15-9802-358413863C64}" type="presOf" srcId="{3D1A6D30-8326-4B6A-A4F0-BBC89CDFB270}" destId="{8AF73CB3-664F-4474-81B3-92D97B6E2F23}" srcOrd="0" destOrd="0" presId="urn:microsoft.com/office/officeart/2005/8/layout/vList2"/>
    <dgm:cxn modelId="{C6A4C376-EBEC-4804-B3E8-0D4B0D085B34}" type="presOf" srcId="{24A6D890-3CF1-42D4-9BDE-D0818C16299D}" destId="{D59183E6-5BCE-4FD7-904C-1F49A18FA90A}" srcOrd="0" destOrd="0" presId="urn:microsoft.com/office/officeart/2005/8/layout/vList2"/>
    <dgm:cxn modelId="{D7DC135A-3878-4C83-8E68-D9B8242A3A82}" srcId="{FA1985BB-D400-4032-9A7F-157B22D00981}" destId="{AA483ED3-D149-463C-ACB7-E064D7D718AC}" srcOrd="9" destOrd="0" parTransId="{978AEDEE-7CDC-44EB-AE13-8423D25FB422}" sibTransId="{C36D5130-2A76-4235-9A72-47A1DD2E59F2}"/>
    <dgm:cxn modelId="{CE7C8080-A451-4F00-8691-B1323551A1F0}" type="presOf" srcId="{B708EB2A-160D-4FBF-A431-724EBFFA1170}" destId="{A96DAACA-F17E-47F0-B672-F8211FEB47AC}" srcOrd="0" destOrd="0" presId="urn:microsoft.com/office/officeart/2005/8/layout/vList2"/>
    <dgm:cxn modelId="{F5C5B88A-330C-4462-AE72-DC8D39CAE661}" type="presOf" srcId="{64D03EA2-BA6E-4BAA-A2C1-8E327040F0EA}" destId="{6885AA65-2AA3-46B5-A084-7E7DD856A146}" srcOrd="0" destOrd="0" presId="urn:microsoft.com/office/officeart/2005/8/layout/vList2"/>
    <dgm:cxn modelId="{41B66E96-4EAC-4FD0-8E00-3F321CE6E736}" type="presOf" srcId="{71CDBD18-4118-4431-A6DD-2C46F7E370D6}" destId="{0C292BC2-ADFF-490F-A1D6-7FDA3C25D23C}" srcOrd="0" destOrd="0" presId="urn:microsoft.com/office/officeart/2005/8/layout/vList2"/>
    <dgm:cxn modelId="{D1B8F29D-8B56-46E1-9CC4-BC46DB7BB56C}" srcId="{FA1985BB-D400-4032-9A7F-157B22D00981}" destId="{3D1A6D30-8326-4B6A-A4F0-BBC89CDFB270}" srcOrd="0" destOrd="0" parTransId="{78CDFF51-FDA3-49AC-87AE-EBF823BB1648}" sibTransId="{C9230B9F-5B32-4D8C-9386-7373C9BED094}"/>
    <dgm:cxn modelId="{B6645EA0-60A9-4BDD-BA3A-1F2131D588D2}" srcId="{FA1985BB-D400-4032-9A7F-157B22D00981}" destId="{64D03EA2-BA6E-4BAA-A2C1-8E327040F0EA}" srcOrd="6" destOrd="0" parTransId="{8CDD5EAD-913C-4ECD-8E28-16357CE10075}" sibTransId="{3B84A4A5-6B53-481C-8A55-262095344C5C}"/>
    <dgm:cxn modelId="{FF2ABAA9-3AD4-4F4E-96E4-0C1EDC9F9FE6}" srcId="{FA1985BB-D400-4032-9A7F-157B22D00981}" destId="{401969DB-ED9C-4C15-84BE-7C179E216810}" srcOrd="2" destOrd="0" parTransId="{399F1852-07B4-4E59-975D-9E5854ECC68C}" sibTransId="{5D327329-CABE-4E07-808B-AA271E5179B2}"/>
    <dgm:cxn modelId="{335BD1C0-2D7E-47AC-928B-0B0B5765A5AB}" type="presOf" srcId="{FA1985BB-D400-4032-9A7F-157B22D00981}" destId="{FA265CEF-E1D3-4F42-BCA9-D740473397B3}" srcOrd="0" destOrd="0" presId="urn:microsoft.com/office/officeart/2005/8/layout/vList2"/>
    <dgm:cxn modelId="{1892B9C4-D4DE-43C9-8126-A7E7889CE3CD}" type="presOf" srcId="{BE2F195E-2BA7-4462-96C7-2B7232AC5D7A}" destId="{FA3189F3-6CE2-4CA8-9D73-CCF3A091FC32}" srcOrd="0" destOrd="0" presId="urn:microsoft.com/office/officeart/2005/8/layout/vList2"/>
    <dgm:cxn modelId="{B52BC8CF-576A-4312-908F-FD77EC17B00B}" srcId="{FA1985BB-D400-4032-9A7F-157B22D00981}" destId="{89026886-4D1C-4099-8C61-0C275DE5616F}" srcOrd="8" destOrd="0" parTransId="{63072F07-4E61-495A-AC24-EC8752BD1221}" sibTransId="{06EB6932-0A5F-4F3B-9183-58570BA7E1F7}"/>
    <dgm:cxn modelId="{B27109D0-E259-4C50-A12A-FE51BC4E1497}" type="presOf" srcId="{AA483ED3-D149-463C-ACB7-E064D7D718AC}" destId="{1B872D9D-FE3C-49B3-9DAD-AF5052A20FFE}" srcOrd="0" destOrd="0" presId="urn:microsoft.com/office/officeart/2005/8/layout/vList2"/>
    <dgm:cxn modelId="{3638C0A1-CCC6-42AA-8E6D-A7BB2A8D7433}" type="presParOf" srcId="{FA265CEF-E1D3-4F42-BCA9-D740473397B3}" destId="{8AF73CB3-664F-4474-81B3-92D97B6E2F23}" srcOrd="0" destOrd="0" presId="urn:microsoft.com/office/officeart/2005/8/layout/vList2"/>
    <dgm:cxn modelId="{36722D97-AFAF-426C-B57A-DFDB099D14AF}" type="presParOf" srcId="{FA265CEF-E1D3-4F42-BCA9-D740473397B3}" destId="{1E33F72A-FE28-4128-826C-9B7F160A7E7E}" srcOrd="1" destOrd="0" presId="urn:microsoft.com/office/officeart/2005/8/layout/vList2"/>
    <dgm:cxn modelId="{E43D6A9A-D778-4676-A5C6-95E4A808BACE}" type="presParOf" srcId="{FA265CEF-E1D3-4F42-BCA9-D740473397B3}" destId="{0C292BC2-ADFF-490F-A1D6-7FDA3C25D23C}" srcOrd="2" destOrd="0" presId="urn:microsoft.com/office/officeart/2005/8/layout/vList2"/>
    <dgm:cxn modelId="{26F81564-AE95-4948-AC98-EB29A4C5A48D}" type="presParOf" srcId="{FA265CEF-E1D3-4F42-BCA9-D740473397B3}" destId="{9EF7D786-5CE1-44B1-82A6-0A38D8666C77}" srcOrd="3" destOrd="0" presId="urn:microsoft.com/office/officeart/2005/8/layout/vList2"/>
    <dgm:cxn modelId="{7B4A2029-66D1-47D3-97D8-027F6B900503}" type="presParOf" srcId="{FA265CEF-E1D3-4F42-BCA9-D740473397B3}" destId="{095A8D5B-507B-49DD-9F50-21D5783DA766}" srcOrd="4" destOrd="0" presId="urn:microsoft.com/office/officeart/2005/8/layout/vList2"/>
    <dgm:cxn modelId="{9FDB2C2D-F4E5-41D5-AF33-78507C6F0686}" type="presParOf" srcId="{FA265CEF-E1D3-4F42-BCA9-D740473397B3}" destId="{AB2FE273-2CBC-42D7-8B88-960497F425CD}" srcOrd="5" destOrd="0" presId="urn:microsoft.com/office/officeart/2005/8/layout/vList2"/>
    <dgm:cxn modelId="{747BBF30-1ECB-449C-A583-0B8AFF1087E6}" type="presParOf" srcId="{FA265CEF-E1D3-4F42-BCA9-D740473397B3}" destId="{D59183E6-5BCE-4FD7-904C-1F49A18FA90A}" srcOrd="6" destOrd="0" presId="urn:microsoft.com/office/officeart/2005/8/layout/vList2"/>
    <dgm:cxn modelId="{80D8713E-E5E6-4AD7-B7B1-46A2A0E4166B}" type="presParOf" srcId="{FA265CEF-E1D3-4F42-BCA9-D740473397B3}" destId="{4FC79289-272C-462F-8407-B03F236808AE}" srcOrd="7" destOrd="0" presId="urn:microsoft.com/office/officeart/2005/8/layout/vList2"/>
    <dgm:cxn modelId="{DE8C4887-4C5F-4B86-8750-700FC0F47419}" type="presParOf" srcId="{FA265CEF-E1D3-4F42-BCA9-D740473397B3}" destId="{A38FE33E-AAC5-4E0B-8577-5ECAA37FA220}" srcOrd="8" destOrd="0" presId="urn:microsoft.com/office/officeart/2005/8/layout/vList2"/>
    <dgm:cxn modelId="{376DAD15-4F6A-4011-BFD3-D869DFCADCDB}" type="presParOf" srcId="{FA265CEF-E1D3-4F42-BCA9-D740473397B3}" destId="{A70457E0-9E15-4145-8AFF-3F0FA33A6D66}" srcOrd="9" destOrd="0" presId="urn:microsoft.com/office/officeart/2005/8/layout/vList2"/>
    <dgm:cxn modelId="{0F399570-5E21-4ED0-8C3A-487392DC1F02}" type="presParOf" srcId="{FA265CEF-E1D3-4F42-BCA9-D740473397B3}" destId="{A96DAACA-F17E-47F0-B672-F8211FEB47AC}" srcOrd="10" destOrd="0" presId="urn:microsoft.com/office/officeart/2005/8/layout/vList2"/>
    <dgm:cxn modelId="{7B6EBBA7-8E0B-49C7-AE38-C50507B2C171}" type="presParOf" srcId="{FA265CEF-E1D3-4F42-BCA9-D740473397B3}" destId="{6B1F05B8-4CD7-4C5E-B083-9DB5BB967236}" srcOrd="11" destOrd="0" presId="urn:microsoft.com/office/officeart/2005/8/layout/vList2"/>
    <dgm:cxn modelId="{9EB17FA9-3573-457F-B72E-9389EE98CFCA}" type="presParOf" srcId="{FA265CEF-E1D3-4F42-BCA9-D740473397B3}" destId="{6885AA65-2AA3-46B5-A084-7E7DD856A146}" srcOrd="12" destOrd="0" presId="urn:microsoft.com/office/officeart/2005/8/layout/vList2"/>
    <dgm:cxn modelId="{85FD7275-B6F2-4195-90B5-DBE0E9C4D788}" type="presParOf" srcId="{FA265CEF-E1D3-4F42-BCA9-D740473397B3}" destId="{A90DDBFD-C452-4908-8B22-E5A28FD4AA10}" srcOrd="13" destOrd="0" presId="urn:microsoft.com/office/officeart/2005/8/layout/vList2"/>
    <dgm:cxn modelId="{61FD1A85-F392-483C-B199-D66EB117A791}" type="presParOf" srcId="{FA265CEF-E1D3-4F42-BCA9-D740473397B3}" destId="{FA3189F3-6CE2-4CA8-9D73-CCF3A091FC32}" srcOrd="14" destOrd="0" presId="urn:microsoft.com/office/officeart/2005/8/layout/vList2"/>
    <dgm:cxn modelId="{E83650C3-12CA-4EB3-90CA-D51F985A0E10}" type="presParOf" srcId="{FA265CEF-E1D3-4F42-BCA9-D740473397B3}" destId="{5F77AADB-777B-4D7F-B851-7DE8D4D55FCB}" srcOrd="15" destOrd="0" presId="urn:microsoft.com/office/officeart/2005/8/layout/vList2"/>
    <dgm:cxn modelId="{A9D91C88-4D31-4404-B7DA-75895782BEA2}" type="presParOf" srcId="{FA265CEF-E1D3-4F42-BCA9-D740473397B3}" destId="{ACD9FB09-745B-43A9-A14D-18BE8D6CE92F}" srcOrd="16" destOrd="0" presId="urn:microsoft.com/office/officeart/2005/8/layout/vList2"/>
    <dgm:cxn modelId="{A6E9516F-411D-469B-872C-BDD23DAB6D82}" type="presParOf" srcId="{FA265CEF-E1D3-4F42-BCA9-D740473397B3}" destId="{FA45AC09-2E0E-40D4-8018-BE6D74560493}" srcOrd="17" destOrd="0" presId="urn:microsoft.com/office/officeart/2005/8/layout/vList2"/>
    <dgm:cxn modelId="{3487AA50-CB0C-474E-8E9F-8DA6274CBAF3}" type="presParOf" srcId="{FA265CEF-E1D3-4F42-BCA9-D740473397B3}" destId="{1B872D9D-FE3C-49B3-9DAD-AF5052A20FFE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222F9-E1E1-4B7E-AEC9-7232D7D2F6C6}">
      <dsp:nvSpPr>
        <dsp:cNvPr id="0" name=""/>
        <dsp:cNvSpPr/>
      </dsp:nvSpPr>
      <dsp:spPr>
        <a:xfrm>
          <a:off x="0" y="0"/>
          <a:ext cx="8229600" cy="861120"/>
        </a:xfrm>
        <a:prstGeom prst="round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kern="1200" baseline="0" dirty="0">
            <a:solidFill>
              <a:schemeClr val="tx1"/>
            </a:solidFill>
            <a:latin typeface="Bookman Old Style" pitchFamily="18" charset="0"/>
          </a:endParaRPr>
        </a:p>
      </dsp:txBody>
      <dsp:txXfrm>
        <a:off x="42036" y="42036"/>
        <a:ext cx="8145528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73CB3-664F-4474-81B3-92D97B6E2F23}">
      <dsp:nvSpPr>
        <dsp:cNvPr id="0" name=""/>
        <dsp:cNvSpPr/>
      </dsp:nvSpPr>
      <dsp:spPr>
        <a:xfrm>
          <a:off x="0" y="488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sp:txBody>
      <dsp:txXfrm>
        <a:off x="23760" y="72600"/>
        <a:ext cx="8182080" cy="439200"/>
      </dsp:txXfrm>
    </dsp:sp>
    <dsp:sp modelId="{0C292BC2-ADFF-490F-A1D6-7FDA3C25D23C}">
      <dsp:nvSpPr>
        <dsp:cNvPr id="0" name=""/>
        <dsp:cNvSpPr/>
      </dsp:nvSpPr>
      <dsp:spPr>
        <a:xfrm>
          <a:off x="0" y="60960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1075496"/>
                <a:satOff val="360"/>
                <a:lumOff val="-1569"/>
                <a:alphaOff val="0"/>
                <a:tint val="50000"/>
                <a:satMod val="300000"/>
              </a:schemeClr>
            </a:gs>
            <a:gs pos="35000">
              <a:schemeClr val="accent3">
                <a:hueOff val="-1075496"/>
                <a:satOff val="360"/>
                <a:lumOff val="-1569"/>
                <a:alphaOff val="0"/>
                <a:tint val="37000"/>
                <a:satMod val="300000"/>
              </a:schemeClr>
            </a:gs>
            <a:gs pos="100000">
              <a:schemeClr val="accent3">
                <a:hueOff val="-1075496"/>
                <a:satOff val="360"/>
                <a:lumOff val="-15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sp:txBody>
      <dsp:txXfrm>
        <a:off x="23760" y="633360"/>
        <a:ext cx="8182080" cy="439200"/>
      </dsp:txXfrm>
    </dsp:sp>
    <dsp:sp modelId="{095A8D5B-507B-49DD-9F50-21D5783DA766}">
      <dsp:nvSpPr>
        <dsp:cNvPr id="0" name=""/>
        <dsp:cNvSpPr/>
      </dsp:nvSpPr>
      <dsp:spPr>
        <a:xfrm>
          <a:off x="0" y="11720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2150992"/>
                <a:satOff val="720"/>
                <a:lumOff val="-3137"/>
                <a:alphaOff val="0"/>
                <a:tint val="50000"/>
                <a:satMod val="300000"/>
              </a:schemeClr>
            </a:gs>
            <a:gs pos="35000">
              <a:schemeClr val="accent3">
                <a:hueOff val="-2150992"/>
                <a:satOff val="720"/>
                <a:lumOff val="-3137"/>
                <a:alphaOff val="0"/>
                <a:tint val="37000"/>
                <a:satMod val="300000"/>
              </a:schemeClr>
            </a:gs>
            <a:gs pos="100000">
              <a:schemeClr val="accent3">
                <a:hueOff val="-2150992"/>
                <a:satOff val="720"/>
                <a:lumOff val="-31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1195800"/>
        <a:ext cx="8182080" cy="439200"/>
      </dsp:txXfrm>
    </dsp:sp>
    <dsp:sp modelId="{D59183E6-5BCE-4FD7-904C-1F49A18FA90A}">
      <dsp:nvSpPr>
        <dsp:cNvPr id="0" name=""/>
        <dsp:cNvSpPr/>
      </dsp:nvSpPr>
      <dsp:spPr>
        <a:xfrm>
          <a:off x="0" y="17336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3226488"/>
                <a:satOff val="1079"/>
                <a:lumOff val="-4706"/>
                <a:alphaOff val="0"/>
                <a:tint val="50000"/>
                <a:satMod val="300000"/>
              </a:schemeClr>
            </a:gs>
            <a:gs pos="35000">
              <a:schemeClr val="accent3">
                <a:hueOff val="-3226488"/>
                <a:satOff val="1079"/>
                <a:lumOff val="-4706"/>
                <a:alphaOff val="0"/>
                <a:tint val="37000"/>
                <a:satMod val="300000"/>
              </a:schemeClr>
            </a:gs>
            <a:gs pos="100000">
              <a:schemeClr val="accent3">
                <a:hueOff val="-3226488"/>
                <a:satOff val="1079"/>
                <a:lumOff val="-470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sp:txBody>
      <dsp:txXfrm>
        <a:off x="23760" y="1757400"/>
        <a:ext cx="8182080" cy="439200"/>
      </dsp:txXfrm>
    </dsp:sp>
    <dsp:sp modelId="{A38FE33E-AAC5-4E0B-8577-5ECAA37FA220}">
      <dsp:nvSpPr>
        <dsp:cNvPr id="0" name=""/>
        <dsp:cNvSpPr/>
      </dsp:nvSpPr>
      <dsp:spPr>
        <a:xfrm>
          <a:off x="0" y="22952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4301983"/>
                <a:satOff val="1439"/>
                <a:lumOff val="-6275"/>
                <a:alphaOff val="0"/>
                <a:tint val="50000"/>
                <a:satMod val="300000"/>
              </a:schemeClr>
            </a:gs>
            <a:gs pos="35000">
              <a:schemeClr val="accent3">
                <a:hueOff val="-4301983"/>
                <a:satOff val="1439"/>
                <a:lumOff val="-6275"/>
                <a:alphaOff val="0"/>
                <a:tint val="37000"/>
                <a:satMod val="300000"/>
              </a:schemeClr>
            </a:gs>
            <a:gs pos="100000">
              <a:schemeClr val="accent3">
                <a:hueOff val="-4301983"/>
                <a:satOff val="1439"/>
                <a:lumOff val="-627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318999"/>
        <a:ext cx="8182080" cy="439200"/>
      </dsp:txXfrm>
    </dsp:sp>
    <dsp:sp modelId="{A96DAACA-F17E-47F0-B672-F8211FEB47AC}">
      <dsp:nvSpPr>
        <dsp:cNvPr id="0" name=""/>
        <dsp:cNvSpPr/>
      </dsp:nvSpPr>
      <dsp:spPr>
        <a:xfrm>
          <a:off x="0" y="28568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5377479"/>
                <a:satOff val="1799"/>
                <a:lumOff val="-7843"/>
                <a:alphaOff val="0"/>
                <a:tint val="50000"/>
                <a:satMod val="300000"/>
              </a:schemeClr>
            </a:gs>
            <a:gs pos="35000">
              <a:schemeClr val="accent3">
                <a:hueOff val="-5377479"/>
                <a:satOff val="1799"/>
                <a:lumOff val="-7843"/>
                <a:alphaOff val="0"/>
                <a:tint val="37000"/>
                <a:satMod val="300000"/>
              </a:schemeClr>
            </a:gs>
            <a:gs pos="100000">
              <a:schemeClr val="accent3">
                <a:hueOff val="-5377479"/>
                <a:satOff val="1799"/>
                <a:lumOff val="-784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880599"/>
        <a:ext cx="8182080" cy="439200"/>
      </dsp:txXfrm>
    </dsp:sp>
    <dsp:sp modelId="{6885AA65-2AA3-46B5-A084-7E7DD856A146}">
      <dsp:nvSpPr>
        <dsp:cNvPr id="0" name=""/>
        <dsp:cNvSpPr/>
      </dsp:nvSpPr>
      <dsp:spPr>
        <a:xfrm>
          <a:off x="0" y="34184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6452975"/>
                <a:satOff val="2159"/>
                <a:lumOff val="-9412"/>
                <a:alphaOff val="0"/>
                <a:tint val="50000"/>
                <a:satMod val="300000"/>
              </a:schemeClr>
            </a:gs>
            <a:gs pos="35000">
              <a:schemeClr val="accent3">
                <a:hueOff val="-6452975"/>
                <a:satOff val="2159"/>
                <a:lumOff val="-9412"/>
                <a:alphaOff val="0"/>
                <a:tint val="37000"/>
                <a:satMod val="300000"/>
              </a:schemeClr>
            </a:gs>
            <a:gs pos="100000">
              <a:schemeClr val="accent3">
                <a:hueOff val="-6452975"/>
                <a:satOff val="2159"/>
                <a:lumOff val="-941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3442199"/>
        <a:ext cx="8182080" cy="439200"/>
      </dsp:txXfrm>
    </dsp:sp>
    <dsp:sp modelId="{FA3189F3-6CE2-4CA8-9D73-CCF3A091FC32}">
      <dsp:nvSpPr>
        <dsp:cNvPr id="0" name=""/>
        <dsp:cNvSpPr/>
      </dsp:nvSpPr>
      <dsp:spPr>
        <a:xfrm>
          <a:off x="0" y="39800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7528471"/>
                <a:satOff val="2518"/>
                <a:lumOff val="-10981"/>
                <a:alphaOff val="0"/>
                <a:tint val="50000"/>
                <a:satMod val="300000"/>
              </a:schemeClr>
            </a:gs>
            <a:gs pos="35000">
              <a:schemeClr val="accent3">
                <a:hueOff val="-7528471"/>
                <a:satOff val="2518"/>
                <a:lumOff val="-10981"/>
                <a:alphaOff val="0"/>
                <a:tint val="37000"/>
                <a:satMod val="300000"/>
              </a:schemeClr>
            </a:gs>
            <a:gs pos="100000">
              <a:schemeClr val="accent3">
                <a:hueOff val="-7528471"/>
                <a:satOff val="2518"/>
                <a:lumOff val="-1098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4003799"/>
        <a:ext cx="8182080" cy="439200"/>
      </dsp:txXfrm>
    </dsp:sp>
    <dsp:sp modelId="{ACD9FB09-745B-43A9-A14D-18BE8D6CE92F}">
      <dsp:nvSpPr>
        <dsp:cNvPr id="0" name=""/>
        <dsp:cNvSpPr/>
      </dsp:nvSpPr>
      <dsp:spPr>
        <a:xfrm>
          <a:off x="0" y="45416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8603967"/>
                <a:satOff val="2878"/>
                <a:lumOff val="-12549"/>
                <a:alphaOff val="0"/>
                <a:tint val="50000"/>
                <a:satMod val="300000"/>
              </a:schemeClr>
            </a:gs>
            <a:gs pos="35000">
              <a:schemeClr val="accent3">
                <a:hueOff val="-8603967"/>
                <a:satOff val="2878"/>
                <a:lumOff val="-12549"/>
                <a:alphaOff val="0"/>
                <a:tint val="37000"/>
                <a:satMod val="300000"/>
              </a:schemeClr>
            </a:gs>
            <a:gs pos="100000">
              <a:schemeClr val="accent3">
                <a:hueOff val="-8603967"/>
                <a:satOff val="2878"/>
                <a:lumOff val="-12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sp:txBody>
      <dsp:txXfrm>
        <a:off x="23760" y="4565399"/>
        <a:ext cx="8182080" cy="439200"/>
      </dsp:txXfrm>
    </dsp:sp>
    <dsp:sp modelId="{1B872D9D-FE3C-49B3-9DAD-AF5052A20FFE}">
      <dsp:nvSpPr>
        <dsp:cNvPr id="0" name=""/>
        <dsp:cNvSpPr/>
      </dsp:nvSpPr>
      <dsp:spPr>
        <a:xfrm>
          <a:off x="0" y="51032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9679462"/>
                <a:satOff val="3238"/>
                <a:lumOff val="-14118"/>
                <a:alphaOff val="0"/>
                <a:tint val="50000"/>
                <a:satMod val="300000"/>
              </a:schemeClr>
            </a:gs>
            <a:gs pos="35000">
              <a:schemeClr val="accent3">
                <a:hueOff val="-9679462"/>
                <a:satOff val="3238"/>
                <a:lumOff val="-14118"/>
                <a:alphaOff val="0"/>
                <a:tint val="37000"/>
                <a:satMod val="300000"/>
              </a:schemeClr>
            </a:gs>
            <a:gs pos="100000">
              <a:schemeClr val="accent3">
                <a:hueOff val="-9679462"/>
                <a:satOff val="3238"/>
                <a:lumOff val="-1411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ookman Old Style" panose="02050604050505020204" pitchFamily="18" charset="0"/>
            </a:rPr>
            <a:t>References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5127000"/>
        <a:ext cx="8182080" cy="43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592F5-36E2-49C4-AC5A-04F2CF94D6D4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9CA17-6F94-48C9-A51D-7CB0D00B15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7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3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0ED25A-8417-4FAA-8603-F6EFFE7FCD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08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7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0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8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59881-54BE-46AD-B095-242DAEA9C01C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Manipal University Jaipur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-10886" y="2821909"/>
            <a:ext cx="9144000" cy="103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DSE3170 Project Based Learning-3 Presentation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>
                <a:latin typeface="Bookman Old Style" pitchFamily="18" charset="0"/>
              </a:rPr>
              <a:t> </a:t>
            </a:r>
            <a:endParaRPr lang="en-US" sz="3200" dirty="0">
              <a:latin typeface="Bookman Old Styl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886" y="36368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Project Based Learning Title</a:t>
            </a:r>
          </a:p>
        </p:txBody>
      </p:sp>
      <p:sp>
        <p:nvSpPr>
          <p:cNvPr id="30722" name="AutoShape 2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4" name="AutoShape 4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26A3A-00DA-DCF0-32C3-5C2F4C3AC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051251"/>
              </p:ext>
            </p:extLst>
          </p:nvPr>
        </p:nvGraphicFramePr>
        <p:xfrm>
          <a:off x="307975" y="5101816"/>
          <a:ext cx="8607425" cy="1380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057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ookman Old Style" pitchFamily="18" charset="0"/>
                        </a:rPr>
                        <a:t>Presented by </a:t>
                      </a:r>
                    </a:p>
                    <a:p>
                      <a:pPr algn="l"/>
                      <a:endParaRPr lang="en-US" dirty="0">
                        <a:solidFill>
                          <a:schemeClr val="bg1"/>
                        </a:solidFill>
                        <a:latin typeface="Bookman Old Style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0" i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814AFFA-6FB5-C0B9-7906-293F469DF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18" y="1426826"/>
            <a:ext cx="1223963" cy="12239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6C62C-60CE-4889-8CA7-1827D66F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F4291-B061-48D0-859A-7E7E99C32DEE}" type="datetime1">
              <a:rPr lang="en-US" b="1" smtClean="0"/>
              <a:t>10/1/2026</a:t>
            </a:fld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E340-DD05-ABF3-E2C1-1FCA7E60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32641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Diagram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367672"/>
              </p:ext>
            </p:extLst>
          </p:nvPr>
        </p:nvGraphicFramePr>
        <p:xfrm>
          <a:off x="446314" y="122238"/>
          <a:ext cx="8229600" cy="86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19430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866723"/>
              </p:ext>
            </p:extLst>
          </p:nvPr>
        </p:nvGraphicFramePr>
        <p:xfrm>
          <a:off x="457200" y="990600"/>
          <a:ext cx="82296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65</Words>
  <Application>Microsoft Office PowerPoint</Application>
  <PresentationFormat>On-screen Show (4:3)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Bookman Old Style</vt:lpstr>
      <vt:lpstr>Calibri</vt:lpstr>
      <vt:lpstr>Gill Sans MT</vt:lpstr>
      <vt:lpstr>Times New Roman</vt:lpstr>
      <vt:lpstr>Wingdings</vt:lpstr>
      <vt:lpstr>Office Theme</vt:lpstr>
      <vt:lpstr>Manipal University Jaipur School of Computer Science and Engineering Department of Computer Science and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himanshu</dc:creator>
  <cp:lastModifiedBy>Dr. Abhishek Dwivedi [MU - Jaipur]</cp:lastModifiedBy>
  <cp:revision>221</cp:revision>
  <dcterms:created xsi:type="dcterms:W3CDTF">2015-11-17T05:40:42Z</dcterms:created>
  <dcterms:modified xsi:type="dcterms:W3CDTF">2026-10-01T04:55:11Z</dcterms:modified>
</cp:coreProperties>
</file>